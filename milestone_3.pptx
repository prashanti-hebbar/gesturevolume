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92D1-FEE0-1327-7422-E0B35068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32BFA-F071-8AAA-FEC5-51E2C5B55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AF45C-B374-7B8B-A707-BE630A62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1B8F2-9A87-84A9-1945-6865AFD7A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444E6-9922-25A7-CCA5-8929D452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66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6C6E-9C30-D550-40F5-06C633BC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35DB6-1B60-3DAB-7D4C-D30171E7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7B1D9-9CE7-CD62-3BD4-3105E787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5631A-5ABA-2B29-3EF9-C2517013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21BEE-21E5-3DC8-3C51-007718A5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74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17501-3573-EFA4-49ED-3B0757BEC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6EAD8-93B5-B9CA-F5F1-B1A3AEC28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F6A86-00C0-2463-F0CB-DBF2D0928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CB298-6134-C71D-6F6D-29435434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2B1B4-D3B7-EB56-7B6B-B129BADAB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152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28A3-A734-CF6A-0A52-D7F08233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AD5AB-1BB3-9D3B-981E-0320C94A6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1D7AC-06F6-BA21-D025-C04D3CAD5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A7449-4FC4-759C-566B-22BA1146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C56A6-736B-A4BF-4079-A8E9D5B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DE9F3-0D0D-A29D-6E8E-64AC31F35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25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6193-49D3-2F24-9254-8D4420B8D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F8D6D-71EA-08BB-69CC-EA3F9DD5D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5EB59-5174-FC8B-3DDC-A23F1FE33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8ACD1-00B0-109E-E702-5716B105F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A5773-052D-07EB-DA3B-AB82CC365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C2EA8-8B61-EC24-CCED-69BD77EA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7FF010-DADB-32AC-36EF-E02BEAC21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AA3519-8D5E-D7F4-9750-2F7A5994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924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1A6F-41F8-8685-EB77-31CA33729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1505E-D91E-C3D4-B023-168B4AE5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83444-815E-76D7-1ABE-EB10C2A1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D8FF3-5F30-9B8A-BAD8-D1FFBFEF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43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B6B866-CD33-C17C-ACDE-B39791F42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6DF46-625E-F0F0-6E4F-D8DA1A13F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093A0-9E1E-2BA4-B55C-044B7DEB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670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E771E-27FA-8375-E589-343046E0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C0F9D-777F-0C16-F430-9CBF3E81E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C2569-6443-99F4-A583-C8E15FE2A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5E415-BC31-B052-4D2A-F2045B7A4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3139-1E04-B8F1-13CB-FCC73EAE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43D54-E6FB-0B05-8726-DB8EEA38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82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92F9-FB02-9374-57A7-256576514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80DA0-7AA4-0234-B1C7-281F99F1EB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8A7AA-A246-41A5-4F9C-EBECF3F9D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114C6-42AD-D22C-462B-AF799A66A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D1E5C-5912-901C-57C9-E8B175EF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59AD5-DB1C-A8DC-397C-8A958524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147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D9FCB-7C9E-2F0E-3D0E-4FE9521A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BAECD-0569-4E86-EF5D-B3B1A7B5B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D507F-E930-FB19-E6A4-808224712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11A77-B079-767B-DF33-0591BCBD3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97EBF-6AED-01CB-411F-BB30B2A8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81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41215-5A24-0604-8A44-F3CDAB65D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94BD2-9FC9-1091-606D-4881914C3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AEBFA-DB94-063E-021E-15979CBE4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D803D-9D5E-B6C4-B6DB-940794F8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C6CFA-133D-A1E4-02DD-F1A0A876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70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E4A56-4932-2A4F-B7BA-44DC4CD9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2A781-B085-79BF-C804-F4AAE6804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2BB51-6F4C-41E0-245A-E3770A1A1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3EBAD-74DB-435F-B7FF-7F84CB93A86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826C1-3004-5949-97E3-7E70320B4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5AE8-5C85-6B7B-E151-2014EDABE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71216-0D4D-4B68-8219-7A8408047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38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164A44-B458-87ED-C86F-0DB65AD88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8" t="23966" r="23370" b="21059"/>
          <a:stretch>
            <a:fillRect/>
          </a:stretch>
        </p:blipFill>
        <p:spPr>
          <a:xfrm>
            <a:off x="1504336" y="1148190"/>
            <a:ext cx="3677265" cy="23892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1D54BC-D03F-5A08-1035-D9731FD4AF82}"/>
              </a:ext>
            </a:extLst>
          </p:cNvPr>
          <p:cNvSpPr txBox="1"/>
          <p:nvPr/>
        </p:nvSpPr>
        <p:spPr>
          <a:xfrm>
            <a:off x="1622936" y="4605444"/>
            <a:ext cx="98617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GestureVolume: Volume Control with Hand Gestures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</a:rPr>
              <a:t>Milestone 3</a:t>
            </a:r>
          </a:p>
          <a:p>
            <a:pPr lvl="1" algn="just"/>
            <a:r>
              <a:rPr lang="en-US" sz="2000" b="1" dirty="0"/>
              <a:t>Mentor</a:t>
            </a:r>
            <a:r>
              <a:rPr lang="en-US" sz="2400" b="1" dirty="0"/>
              <a:t>:</a:t>
            </a:r>
            <a:r>
              <a:rPr lang="en-US" sz="3200" b="1" dirty="0">
                <a:solidFill>
                  <a:schemeClr val="accent1"/>
                </a:solidFill>
              </a:rPr>
              <a:t> </a:t>
            </a:r>
            <a:r>
              <a:rPr lang="en-IN" dirty="0"/>
              <a:t>Dr. D. Bhanu Prakash (MENTOR – INFOSYS)   </a:t>
            </a:r>
          </a:p>
          <a:p>
            <a:pPr lvl="1" algn="just"/>
            <a:r>
              <a:rPr lang="en-US" sz="2000" b="1" dirty="0"/>
              <a:t>Presenting by: </a:t>
            </a:r>
            <a:r>
              <a:rPr lang="en-US" sz="2000" dirty="0"/>
              <a:t>Prashanti Hebbar 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77FDCE-4D3F-7504-5DE1-4F214D2D7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661083"/>
            <a:ext cx="5605616" cy="373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4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AFA09-7724-1874-7DC2-4FA34E4B4C63}"/>
              </a:ext>
            </a:extLst>
          </p:cNvPr>
          <p:cNvSpPr txBox="1"/>
          <p:nvPr/>
        </p:nvSpPr>
        <p:spPr>
          <a:xfrm>
            <a:off x="1189703" y="2271252"/>
            <a:ext cx="966511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gesture distance will be mapped to system volume levels from 0% to 100%.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Volume control will be executed using </a:t>
            </a:r>
            <a:r>
              <a:rPr lang="en-US" sz="2000" dirty="0" err="1"/>
              <a:t>PyAutoGUI</a:t>
            </a:r>
            <a:r>
              <a:rPr lang="en-US" sz="2000" dirty="0"/>
              <a:t> or equivalent libraries with smooth transitions.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will translate the calculated gesture distance into a volume level between 0% and 100%.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PyAutoGUI</a:t>
            </a:r>
            <a:r>
              <a:rPr lang="en-US" sz="2000" dirty="0"/>
              <a:t> or platform-specific audio control libraries will be used to set the system volume dynamically. A smoothing function will be applied to reduce sudden volume jumps. 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1B1AE-E616-A3D8-75BA-2E4226F95260}"/>
              </a:ext>
            </a:extLst>
          </p:cNvPr>
          <p:cNvSpPr txBox="1"/>
          <p:nvPr/>
        </p:nvSpPr>
        <p:spPr>
          <a:xfrm>
            <a:off x="1189703" y="1108873"/>
            <a:ext cx="3608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Objectives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BAFF2-512E-2813-63E0-C92C78738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8" t="23966" r="23370" b="21059"/>
          <a:stretch>
            <a:fillRect/>
          </a:stretch>
        </p:blipFill>
        <p:spPr>
          <a:xfrm>
            <a:off x="10523621" y="504875"/>
            <a:ext cx="1379621" cy="89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84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6DEFC2-BF82-E541-43E3-F55FAD542730}"/>
              </a:ext>
            </a:extLst>
          </p:cNvPr>
          <p:cNvSpPr txBox="1"/>
          <p:nvPr/>
        </p:nvSpPr>
        <p:spPr>
          <a:xfrm>
            <a:off x="994610" y="924822"/>
            <a:ext cx="5101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Solution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1A6C5-9014-20F4-4457-A5A44DD35EF2}"/>
              </a:ext>
            </a:extLst>
          </p:cNvPr>
          <p:cNvSpPr txBox="1"/>
          <p:nvPr/>
        </p:nvSpPr>
        <p:spPr>
          <a:xfrm>
            <a:off x="994609" y="1911696"/>
            <a:ext cx="510138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A Python script using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keyboard for hotkeys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pycaw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/COM to control audio endpoints.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Components: Hotkey listener → COM initialization → Device enumerator → Volume control API</a:t>
            </a:r>
          </a:p>
          <a:p>
            <a:endParaRPr lang="en-IN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299FD3-DC95-42A3-E473-DF89F2521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05" r="9298" b="8772"/>
          <a:stretch>
            <a:fillRect/>
          </a:stretch>
        </p:blipFill>
        <p:spPr>
          <a:xfrm>
            <a:off x="830044" y="4158465"/>
            <a:ext cx="5265954" cy="25128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1D99B1-FCC5-9996-2608-E8DB84B6E37F}"/>
              </a:ext>
            </a:extLst>
          </p:cNvPr>
          <p:cNvSpPr txBox="1"/>
          <p:nvPr/>
        </p:nvSpPr>
        <p:spPr>
          <a:xfrm>
            <a:off x="6095998" y="1209936"/>
            <a:ext cx="5903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Technology stack &amp; dependencies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8604A9-2802-7D37-9BE3-167D71C02584}"/>
              </a:ext>
            </a:extLst>
          </p:cNvPr>
          <p:cNvSpPr txBox="1"/>
          <p:nvPr/>
        </p:nvSpPr>
        <p:spPr>
          <a:xfrm>
            <a:off x="6260563" y="1911696"/>
            <a:ext cx="526595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Python 3.x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Libraries:</a:t>
            </a:r>
            <a:r>
              <a:rPr lang="en-US" altLang="en-US" sz="2000" dirty="0"/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keyboard,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pycaw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comtypes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ctypes.POINTER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cast: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to cast the COM interface pointer returned by Activate() into a Python-accessible interface.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comtypes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.*: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 interop helpers.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CoInitialize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CoUninitialize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required to initialize COM in the calling thread before using COM objects.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CreateObject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creates COM objects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MMDeviceEnumerator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CLSCTX_ALL is a constant to specify activation context.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6AF5482-5055-1CDC-DF1E-96B378916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8" t="23966" r="23370" b="21059"/>
          <a:stretch>
            <a:fillRect/>
          </a:stretch>
        </p:blipFill>
        <p:spPr>
          <a:xfrm>
            <a:off x="10507579" y="320824"/>
            <a:ext cx="1379621" cy="89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26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18D91A-2013-0494-B3EA-009533C5F9D1}"/>
              </a:ext>
            </a:extLst>
          </p:cNvPr>
          <p:cNvSpPr txBox="1"/>
          <p:nvPr/>
        </p:nvSpPr>
        <p:spPr>
          <a:xfrm>
            <a:off x="1395663" y="898358"/>
            <a:ext cx="7379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60145-63D5-968C-7A88-B4C5009AE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681" y="1704734"/>
            <a:ext cx="3905795" cy="1724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673AE7-2CF2-4588-B906-B4108439968B}"/>
              </a:ext>
            </a:extLst>
          </p:cNvPr>
          <p:cNvSpPr txBox="1"/>
          <p:nvPr/>
        </p:nvSpPr>
        <p:spPr>
          <a:xfrm>
            <a:off x="625642" y="4010526"/>
            <a:ext cx="42266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eRender</a:t>
            </a:r>
            <a:r>
              <a:rPr lang="en-US" dirty="0"/>
              <a:t> / </a:t>
            </a:r>
            <a:r>
              <a:rPr lang="en-US" dirty="0" err="1"/>
              <a:t>eCapture</a:t>
            </a:r>
            <a:r>
              <a:rPr lang="en-US" dirty="0"/>
              <a:t> / </a:t>
            </a:r>
            <a:r>
              <a:rPr lang="en-US" dirty="0" err="1"/>
              <a:t>eConsole</a:t>
            </a:r>
            <a:r>
              <a:rPr lang="en-US" dirty="0"/>
              <a:t> are integer constants used by </a:t>
            </a:r>
            <a:r>
              <a:rPr lang="en-US" dirty="0" err="1"/>
              <a:t>MMDevice</a:t>
            </a:r>
            <a:r>
              <a:rPr lang="en-US" dirty="0"/>
              <a:t> API calls to select render (playback) vs capture (microphone) devices and role.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5B16B4-593F-3FC7-CD21-368FF7FA3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132" y="1704734"/>
            <a:ext cx="6801799" cy="27150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793BBD-0B90-92A6-E0E1-F9AA55596572}"/>
              </a:ext>
            </a:extLst>
          </p:cNvPr>
          <p:cNvSpPr txBox="1"/>
          <p:nvPr/>
        </p:nvSpPr>
        <p:spPr>
          <a:xfrm>
            <a:off x="5694947" y="4749190"/>
            <a:ext cx="5550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functions return a usable </a:t>
            </a:r>
            <a:r>
              <a:rPr lang="en-US" dirty="0" err="1"/>
              <a:t>IAudioEndpointVolume</a:t>
            </a:r>
            <a:r>
              <a:rPr lang="en-US" dirty="0"/>
              <a:t> pointer for the default microphone (_</a:t>
            </a:r>
            <a:r>
              <a:rPr lang="en-US" dirty="0" err="1"/>
              <a:t>get_mic_volume</a:t>
            </a:r>
            <a:r>
              <a:rPr lang="en-US" dirty="0"/>
              <a:t>) and speakers (_</a:t>
            </a:r>
            <a:r>
              <a:rPr lang="en-US" dirty="0" err="1"/>
              <a:t>get_system_volume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1BDD9D-8E79-F105-F7E7-5B2EEF045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8" t="23966" r="23370" b="21059"/>
          <a:stretch>
            <a:fillRect/>
          </a:stretch>
        </p:blipFill>
        <p:spPr>
          <a:xfrm>
            <a:off x="10379242" y="339081"/>
            <a:ext cx="1379621" cy="89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9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24D8F3-5512-85D9-FD4F-A9CE6051E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38" y="1292317"/>
            <a:ext cx="5198562" cy="4658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C075AF-2207-3B39-394B-F4597A3CF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028" y="1292317"/>
            <a:ext cx="4706007" cy="4782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FEB756-C684-0108-714A-4C7C8BEA1A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8" t="23966" r="23370" b="21059"/>
          <a:stretch>
            <a:fillRect/>
          </a:stretch>
        </p:blipFill>
        <p:spPr>
          <a:xfrm>
            <a:off x="10379242" y="339081"/>
            <a:ext cx="1379621" cy="89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8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1CE57A-AC6E-CAAB-E6B0-AC642DB80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35" y="2404919"/>
            <a:ext cx="5306165" cy="2048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1CB74C-5015-90DA-F04C-541872F15DA8}"/>
              </a:ext>
            </a:extLst>
          </p:cNvPr>
          <p:cNvSpPr txBox="1"/>
          <p:nvPr/>
        </p:nvSpPr>
        <p:spPr>
          <a:xfrm>
            <a:off x="6817894" y="2274837"/>
            <a:ext cx="37859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clear_all_hotkeys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lang="en-US" altLang="en-US" dirty="0"/>
              <a:t> attempts to remove previously registered hotkeys safely.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keyboard.add_hotkey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(hotkey, callback)</a:t>
            </a:r>
            <a:r>
              <a:rPr lang="en-US" altLang="en-US" dirty="0"/>
              <a:t> registers global hotkeys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65FFB5-B386-28F5-9689-1C4E65BFD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8" t="23966" r="23370" b="21059"/>
          <a:stretch>
            <a:fillRect/>
          </a:stretch>
        </p:blipFill>
        <p:spPr>
          <a:xfrm>
            <a:off x="10379242" y="339081"/>
            <a:ext cx="1379621" cy="89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4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0567E9-D911-9A77-34B6-37B67BAAF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47" y="1138987"/>
            <a:ext cx="6575732" cy="4922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C08B3B-594A-5A05-BE22-E683018155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382" r="29615" b="-1"/>
          <a:stretch>
            <a:fillRect/>
          </a:stretch>
        </p:blipFill>
        <p:spPr>
          <a:xfrm>
            <a:off x="7331242" y="1256538"/>
            <a:ext cx="4860758" cy="52623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A6E6E8-B912-8835-867A-9E232D69C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8" t="23966" r="23370" b="21059"/>
          <a:stretch>
            <a:fillRect/>
          </a:stretch>
        </p:blipFill>
        <p:spPr>
          <a:xfrm>
            <a:off x="10379242" y="339081"/>
            <a:ext cx="1379621" cy="8963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DD29B5-FC85-E95F-7F09-A39B8B634A49}"/>
              </a:ext>
            </a:extLst>
          </p:cNvPr>
          <p:cNvSpPr txBox="1"/>
          <p:nvPr/>
        </p:nvSpPr>
        <p:spPr>
          <a:xfrm>
            <a:off x="5205663" y="389404"/>
            <a:ext cx="38982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48118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B0B591-0055-2BAC-B567-1820BA5C317B}"/>
              </a:ext>
            </a:extLst>
          </p:cNvPr>
          <p:cNvSpPr txBox="1"/>
          <p:nvPr/>
        </p:nvSpPr>
        <p:spPr>
          <a:xfrm>
            <a:off x="4299284" y="2875002"/>
            <a:ext cx="3962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i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67012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299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Prashanti Hebbar</dc:creator>
  <cp:lastModifiedBy>Prashanti Hebbar</cp:lastModifiedBy>
  <cp:revision>3</cp:revision>
  <dcterms:created xsi:type="dcterms:W3CDTF">2025-11-20T09:40:24Z</dcterms:created>
  <dcterms:modified xsi:type="dcterms:W3CDTF">2025-11-20T18:00:19Z</dcterms:modified>
</cp:coreProperties>
</file>