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2C902-8BEB-441A-A90F-0B221E88E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8FBFB-63CF-6FB5-5C8C-45D1144A2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4C589-D561-15FD-7996-FC6EA0094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2C1A-2CC6-42C2-B4C2-6EFB51693851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31138-6A04-4E57-5095-BD2654AC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AE300-1451-82FD-03A1-CDB2CB0C1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7AB34-869A-4CE5-8F8D-ABFE4D812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68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83168-787A-CA94-5392-3164C38FE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959AF-CC5E-F909-3732-CFD28BA82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FEBA1-1E4A-8183-22DF-35C60F9A7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2C1A-2CC6-42C2-B4C2-6EFB51693851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15E3D-836B-F40F-5369-CF04B964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C526D-8849-92FE-26B8-BC65BCF86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7AB34-869A-4CE5-8F8D-ABFE4D812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520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F9394-092F-027A-D4A7-4365B38B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40E1C-B03E-AAAE-5055-06CFCEAAB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0B55A-7CEB-4933-DDF0-EF9F6EB96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2C1A-2CC6-42C2-B4C2-6EFB51693851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0A4BF-27BB-DA47-362A-2863C01B8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27944-1C2D-8012-CC5E-D434D47A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7AB34-869A-4CE5-8F8D-ABFE4D812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03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EF98-92DC-5053-C067-601E00FE5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D1CCD-DC14-A461-1C44-48A74474EA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A91BD-75C6-E7D8-E272-DAFE410B2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58A5-8D71-3AFE-509D-1E40EC7E5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2C1A-2CC6-42C2-B4C2-6EFB51693851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76376-CCC1-5445-D169-140F930A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58D89-42C4-F052-73E1-7DEEB98C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7AB34-869A-4CE5-8F8D-ABFE4D812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58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7D4E-B16D-A3F8-AF76-A76CB420B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6D83E-890F-FB26-1F4D-234E84622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D694D-FFB6-C054-576D-805F55715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464FD1-5536-B2D9-3D47-6F178C00E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A4C433-D017-9461-7620-40F2C6037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F4B89-7F70-7CA1-3E1E-325D361ED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2C1A-2CC6-42C2-B4C2-6EFB51693851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E947C1-2D7D-CDBC-3EF7-ACEF06FCB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0DC03C-0737-5EF5-2185-FC99D04A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7AB34-869A-4CE5-8F8D-ABFE4D812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009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D72B-A580-6046-04C4-E87678489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9D4F4B-7996-F27B-A4BF-3900510C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2C1A-2CC6-42C2-B4C2-6EFB51693851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AFA65-4741-AC77-80C1-DAE27619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C47F4-4AF2-934F-AF02-38DD1B6E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7AB34-869A-4CE5-8F8D-ABFE4D812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9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D5267-1D9A-47F9-7F07-E47034A92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2C1A-2CC6-42C2-B4C2-6EFB51693851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D5A5C-4C27-9BD2-9232-33010C2F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DFF59-7508-1DEF-81FE-3E05095DB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7AB34-869A-4CE5-8F8D-ABFE4D812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550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A4F96-C4D8-519B-7562-C4FA4CDD0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A5E1A-891F-2F91-05D8-C9ECFBFDA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4BB65-F458-C054-C281-330245DE9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A681A-C238-588E-7AAB-541FA7EE1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2C1A-2CC6-42C2-B4C2-6EFB51693851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339AE-6A4C-88EF-0BF1-8FC39FA27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9A394-9403-948D-6CA7-0097FA84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7AB34-869A-4CE5-8F8D-ABFE4D812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77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7644-7C83-96C2-7192-4E5980D87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9EA3CE-DA72-3CA1-BF87-97B8250766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0D3C9-4E72-4C0C-C464-1B8162F8A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B71B-4F17-C7D5-B18C-AEBBC6127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2C1A-2CC6-42C2-B4C2-6EFB51693851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3C8F7-3634-6102-D43E-F0A5EC764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37BE8-76D1-FF52-34A5-9EA3E1AF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7AB34-869A-4CE5-8F8D-ABFE4D812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548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2DC6-DF18-6C84-D1E1-B7F0993B5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60844-6869-0074-F905-3591E08F7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99EB8-C07B-1B75-81B3-74656688D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2C1A-2CC6-42C2-B4C2-6EFB51693851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DF577-9E06-EB03-A34B-DAB15E6A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8AD28-C287-9159-0E51-63B3EFE0D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7AB34-869A-4CE5-8F8D-ABFE4D812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538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81AA19-E178-2678-4F3F-7A6F6B508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225BE-CA40-676E-7BEA-8BC341036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D2FFC-3CC8-3532-37E4-F4370EED1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2C1A-2CC6-42C2-B4C2-6EFB51693851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F6592-C900-D9FA-8FBA-25AA39673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3CBFE-9C92-1D0E-599E-0E7F610C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7AB34-869A-4CE5-8F8D-ABFE4D812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223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B8B783-C3DA-1E1D-181A-BAC100CA9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BF39A-6A41-9536-F819-4F9BC740F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0912F-BCC4-8250-6684-47C3B7607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02C1A-2CC6-42C2-B4C2-6EFB51693851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3092C-E718-184B-B122-D9BCE481E8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DA5BF-6F5C-CC04-073E-8A40B66BE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7AB34-869A-4CE5-8F8D-ABFE4D8121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350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0B8A5F-E642-4EA7-2E23-E285E4E1ABF4}"/>
              </a:ext>
            </a:extLst>
          </p:cNvPr>
          <p:cNvSpPr txBox="1"/>
          <p:nvPr/>
        </p:nvSpPr>
        <p:spPr>
          <a:xfrm>
            <a:off x="2054940" y="506481"/>
            <a:ext cx="808211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Controlling Volume with Hand Gestures Using a Webcam </a:t>
            </a:r>
          </a:p>
          <a:p>
            <a:pPr algn="ctr"/>
            <a:endParaRPr lang="en-US" sz="2400" dirty="0"/>
          </a:p>
          <a:p>
            <a:pPr algn="ctr"/>
            <a:r>
              <a:rPr lang="en-IN" sz="2400" dirty="0"/>
              <a:t>Milestone 1</a:t>
            </a:r>
          </a:p>
          <a:p>
            <a:pPr algn="ctr"/>
            <a:r>
              <a:rPr lang="en-GB" sz="2400" dirty="0"/>
              <a:t>Webcam Input and Hand Detection Module.</a:t>
            </a:r>
          </a:p>
          <a:p>
            <a:pPr algn="ctr"/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44E7E-F132-BA5D-23D1-12DE9DEA3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191" y="2614442"/>
            <a:ext cx="5605616" cy="373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55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A07EE9FC-358F-2E91-E0D9-608DA9746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41" y="4628030"/>
            <a:ext cx="9050013" cy="167663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024D964-FB92-27D9-D996-393F68510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6" y="722042"/>
            <a:ext cx="7093647" cy="33607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3A142F-5A36-604A-CA76-1657EF1C8D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979" y="4392883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29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5D2EF0-1D23-402F-F6EB-70C692EEE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811" y="523661"/>
            <a:ext cx="3112168" cy="23117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5E4B40-BBBD-F5EB-6D59-57D7E66E41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86" y="501490"/>
            <a:ext cx="5420481" cy="2333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766B2C-40F4-4AD8-2C1E-DF0D3A01F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888"/>
          <a:stretch>
            <a:fillRect/>
          </a:stretch>
        </p:blipFill>
        <p:spPr>
          <a:xfrm>
            <a:off x="756642" y="4022560"/>
            <a:ext cx="4678967" cy="18328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4D42D6-C1AA-4951-900E-7503B1A91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44"/>
          <a:stretch>
            <a:fillRect/>
          </a:stretch>
        </p:blipFill>
        <p:spPr>
          <a:xfrm>
            <a:off x="6288623" y="3429000"/>
            <a:ext cx="4713598" cy="310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45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50DDFC-06A3-1384-0535-51D7BC46F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106" y="416464"/>
            <a:ext cx="6925642" cy="54395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8640B1-D93B-1A6E-9488-9B7A12790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558" y="2598190"/>
            <a:ext cx="2381582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59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14B7D6-3313-96D5-F220-50C582A16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897" y="421012"/>
            <a:ext cx="5479166" cy="60159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623D04-389B-3A32-E086-C07F31A27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68" t="-9273" r="15262" b="9273"/>
          <a:stretch>
            <a:fillRect/>
          </a:stretch>
        </p:blipFill>
        <p:spPr>
          <a:xfrm>
            <a:off x="240633" y="798164"/>
            <a:ext cx="5197642" cy="501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41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D03572-5872-6F41-9DDD-C12E44937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30" y="1178401"/>
            <a:ext cx="5563538" cy="45011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573EF6-05F3-A087-4B0E-B9827216C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127" y="994607"/>
            <a:ext cx="6273541" cy="48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357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2104FA-D68B-B53E-F02B-45DEF37C4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359" y="553453"/>
            <a:ext cx="6227789" cy="5751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76E915-FC00-FE97-69BA-DB6EEC9FD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00" y="1138669"/>
            <a:ext cx="5774600" cy="458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04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2C06DF-F08F-9BE7-2F2F-FD15DA261C7B}"/>
              </a:ext>
            </a:extLst>
          </p:cNvPr>
          <p:cNvSpPr txBox="1"/>
          <p:nvPr/>
        </p:nvSpPr>
        <p:spPr>
          <a:xfrm>
            <a:off x="3352800" y="2767280"/>
            <a:ext cx="77379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66437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19</Words>
  <Application>Microsoft Office PowerPoint</Application>
  <PresentationFormat>Widescreen</PresentationFormat>
  <Paragraphs>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Prashanti Hebbar</dc:creator>
  <cp:lastModifiedBy>Prashanti Hebbar</cp:lastModifiedBy>
  <cp:revision>3</cp:revision>
  <dcterms:created xsi:type="dcterms:W3CDTF">2025-10-23T06:56:52Z</dcterms:created>
  <dcterms:modified xsi:type="dcterms:W3CDTF">2025-10-23T15:52:27Z</dcterms:modified>
</cp:coreProperties>
</file>