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316C9-5974-406D-92DB-9E8F40B49DF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DD688-669E-4FC5-9765-127EBD13D0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75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DD688-669E-4FC5-9765-127EBD13D0F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926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A494-D2BF-0D58-82F2-1D954284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52025-7F25-B5C2-E71B-E718DF045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78187-C73F-0F00-DD21-D052CE3A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A8669-610B-FF53-E18A-8FA60371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7E11-4077-5B9B-FE65-E33A6253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12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8CB56-FFF6-F430-2B7B-2B19BD47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D017D-8E41-93A8-DB33-AA0A1D84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69B0C-FFC9-CA46-5913-A8A86524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5A37B-68CB-D261-6DBE-92A5EB8C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B0157-17DE-F49A-AFB5-5277BF36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15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7258-4D21-0C37-D503-432C121E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EA244-BBF9-0A38-38AC-953F8E958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35FB6-FA00-A3DA-93D6-A19585AB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AFE59-2F2B-97EF-DD74-B6CE0C52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D00A5-BC9E-CC33-483C-4FAFFFCB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7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2306-40F9-F1A2-2285-4EF2FA66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CFD6A-ACEF-2D0E-BA07-1155B063D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1C627-BFC2-F45F-636F-FC8036198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9B41A-0767-3028-CE0D-523117E9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A29D9-A6CE-045A-338F-C363EACA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AF644-36DA-FBB6-443F-9B7B9936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27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790C-C3FD-6C7B-97C2-82030EBF6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2339D-1DAE-8D9C-A986-8D0D7D430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2F7DB-313D-9D87-D697-26D35DBEE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A14FF4-7E2C-02C9-26B9-96759476E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419B8-74C8-1D8A-238E-43CF699A0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408CB-31D8-0D37-6CE4-D529CE00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04E4F-84DD-0E6F-80E6-1D544052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278B47-EF54-9C43-2A86-24276F87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01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431A-B7BC-7B4E-4A07-9665CDB2D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479DA-86E6-3775-766C-FE3FF411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5A384-ABB7-D77F-B438-C90420DA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7FAD6-313F-5DAF-3AEC-82561CCE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66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2AA16-D6BF-7834-80BC-1E7840C97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E47E2-9D5A-D6D5-74D7-EC17CB62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1FE5C-A78F-6A34-1DD3-2A4B2920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7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8876-CF62-241F-2453-5F4B1478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7B18C-A716-40B5-40D9-2892AC3F7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F3C06-5B09-FAE6-85BC-DADA2AFEB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5AEC3-6D15-F541-B6F9-4273C889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C8135-1A0A-FAD9-52B0-2B1C77FE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2ADC8-52A4-9248-C094-8EB019FF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80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43C1-2D14-042B-38AA-ABA3F59C4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4CE39-CD21-0545-8D43-FDC91A10E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E5036-2DB8-35B7-6365-3CC356A23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1B46F-F0E0-B507-3439-AFB39B66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7B2DF-70E3-0A34-FDCD-31F17936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1D737-66F5-A93F-3992-E1E6E614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0AFC-4A7C-8DA6-62F9-9687EB2B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E9416-9544-AD00-DC92-85CB9DED4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BB0F-9836-0EA6-A1DA-81541154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6A54E-7EEF-D94E-3E97-646CEFFC8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52479-D337-EF5A-3A2C-E0A235C6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52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3A52E2-C538-760D-37D2-29C59092F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FC36E-C6AC-CD59-02D5-441C6F3E8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667B3-5BCF-08BD-61B6-25B133BD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1E1-86F6-4E6A-CF36-6CDD6711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CCEA7-F07D-6235-E826-21E502E9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42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318D9-1852-1674-A786-6AC4983D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B94BB-0F3F-93BB-0D75-91F8F8487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D0A82-B6AB-C786-EA22-D7BD8FAA0D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39D78-ED9C-4625-989E-34CE90A8D92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C3695-7C39-9CF6-0614-EFDE17A70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CFC35-F37C-6472-778F-442E29134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4ECFC-925C-4CA3-BF4F-9CF27081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07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164A44-B458-87ED-C86F-0DB65AD88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8" t="23966" r="23370" b="21059"/>
          <a:stretch>
            <a:fillRect/>
          </a:stretch>
        </p:blipFill>
        <p:spPr>
          <a:xfrm>
            <a:off x="1504336" y="1148190"/>
            <a:ext cx="3677265" cy="23892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1D54BC-D03F-5A08-1035-D9731FD4AF82}"/>
              </a:ext>
            </a:extLst>
          </p:cNvPr>
          <p:cNvSpPr txBox="1"/>
          <p:nvPr/>
        </p:nvSpPr>
        <p:spPr>
          <a:xfrm>
            <a:off x="1622936" y="4605444"/>
            <a:ext cx="98617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GestureVolume: Volume Control with Hand Gestures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Milestone 2</a:t>
            </a:r>
          </a:p>
          <a:p>
            <a:pPr lvl="1" algn="just"/>
            <a:r>
              <a:rPr lang="en-US" sz="2000" b="1" dirty="0"/>
              <a:t>Mentor</a:t>
            </a:r>
            <a:r>
              <a:rPr lang="en-US" sz="2400" b="1" dirty="0"/>
              <a:t>:</a:t>
            </a:r>
            <a:r>
              <a:rPr lang="en-US" sz="3200" b="1" dirty="0">
                <a:solidFill>
                  <a:schemeClr val="accent1"/>
                </a:solidFill>
              </a:rPr>
              <a:t> </a:t>
            </a:r>
            <a:r>
              <a:rPr lang="en-IN" dirty="0"/>
              <a:t>Dr. D. Bhanu Prakash (MENTOR – INFOSYS)   </a:t>
            </a:r>
          </a:p>
          <a:p>
            <a:pPr lvl="1" algn="just"/>
            <a:r>
              <a:rPr lang="en-US" sz="2000" b="1" dirty="0"/>
              <a:t>Presenting by: </a:t>
            </a:r>
            <a:r>
              <a:rPr lang="en-US" sz="2000" dirty="0"/>
              <a:t>Prashanti Hebbar 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7FDCE-4D3F-7504-5DE1-4F214D2D7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661083"/>
            <a:ext cx="5605616" cy="373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4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A61B01-6C71-1E62-991A-B556FDDCC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61" y="403123"/>
            <a:ext cx="5218413" cy="6272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D23440-6FC1-2973-9B2F-D8DFAD347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815" y="3093945"/>
            <a:ext cx="4404013" cy="3439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792AF7-9BAA-1C56-6FF9-FA667E6A6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235" y="95106"/>
            <a:ext cx="5218413" cy="299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9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78FC0-5F42-9112-A58B-052FC6F17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898" y="1214328"/>
            <a:ext cx="5580832" cy="4429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10497D-0460-8E43-E08B-CADFE747F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70" y="762000"/>
            <a:ext cx="5384321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98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41770-0077-D8FA-7DA4-FF5D2D277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0440"/>
            <a:ext cx="3291102" cy="2487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A5D3EC-29EF-059D-CEBF-23AE70DB7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46714" cy="4454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8D5E68-4F46-5C26-4856-C403FA9699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61"/>
          <a:stretch>
            <a:fillRect/>
          </a:stretch>
        </p:blipFill>
        <p:spPr>
          <a:xfrm>
            <a:off x="8014425" y="844806"/>
            <a:ext cx="3961265" cy="5762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2C9F41-3134-1B66-3EEA-706529688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8"/>
          <a:stretch>
            <a:fillRect/>
          </a:stretch>
        </p:blipFill>
        <p:spPr>
          <a:xfrm>
            <a:off x="3211154" y="908794"/>
            <a:ext cx="4883220" cy="563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6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A576A8-423D-B050-BC6F-4F9DF0EA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13" y="295201"/>
            <a:ext cx="5477639" cy="2219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6DAEE0-BF6C-C9EA-9057-CA2476397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510" y="2514836"/>
            <a:ext cx="5074129" cy="4019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E5D699-AE7E-E41C-03A4-791D8B6D33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45" y="2691162"/>
            <a:ext cx="4889648" cy="384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79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7B366E-DC2F-958C-3ADB-4C160F08C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825" y="418125"/>
            <a:ext cx="5177484" cy="602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AE9EA-A78C-0020-B997-B2EB0EE2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3" y="231885"/>
            <a:ext cx="6965092" cy="2768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7F0775-7FC8-911A-8326-9F045780C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200" y="3204088"/>
            <a:ext cx="7943600" cy="3576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7BEDAF-E308-6A07-E513-128EAA968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057" y="77429"/>
            <a:ext cx="4477375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3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60590F-BA64-D751-FE9A-254623C22223}"/>
              </a:ext>
            </a:extLst>
          </p:cNvPr>
          <p:cNvSpPr txBox="1"/>
          <p:nvPr/>
        </p:nvSpPr>
        <p:spPr>
          <a:xfrm>
            <a:off x="2926325" y="2467897"/>
            <a:ext cx="6339349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9600" b="1" dirty="0">
                <a:latin typeface="Comic Sans MS" panose="030F0702030302020204" pitchFamily="66" charset="0"/>
              </a:rPr>
              <a:t>Thank You</a:t>
            </a:r>
            <a:endParaRPr lang="en-IN" sz="9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55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30</Words>
  <Application>Microsoft Office PowerPoint</Application>
  <PresentationFormat>Widescreen</PresentationFormat>
  <Paragraphs>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Prashanti Hebbar</dc:creator>
  <cp:lastModifiedBy>Prashanti Hebbar</cp:lastModifiedBy>
  <cp:revision>3</cp:revision>
  <dcterms:created xsi:type="dcterms:W3CDTF">2025-11-06T09:10:40Z</dcterms:created>
  <dcterms:modified xsi:type="dcterms:W3CDTF">2025-11-06T15:27:26Z</dcterms:modified>
</cp:coreProperties>
</file>